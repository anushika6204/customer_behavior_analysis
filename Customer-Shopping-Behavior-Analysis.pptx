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· 18 features · Python · SQL · Power BI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366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05198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765127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7972" y="190519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3927972" y="276512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294674" y="3532882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2294674" y="4392811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294674" y="4801493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531653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and shopping behavior across 4 product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50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97943"/>
            <a:ext cx="6933530" cy="3929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5996" y="1339850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75996" y="1581646"/>
            <a:ext cx="356047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7975996" y="1696442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75996" y="2061071"/>
            <a:ext cx="356047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pandas: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75996" y="2529880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75996" y="2771676"/>
            <a:ext cx="356047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7975996" y="2886472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75996" y="3251101"/>
            <a:ext cx="356047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by category median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75996" y="3936206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75996" y="4178002"/>
            <a:ext cx="356047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7975996" y="4292798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75996" y="4657427"/>
            <a:ext cx="356047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75996" y="5126236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75996" y="5368032"/>
            <a:ext cx="356047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7975996" y="5482828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DB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975996" y="5847457"/>
            <a:ext cx="356047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Exported cleaned DataFrame to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32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59595"/>
            <a:ext cx="5243481" cy="377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34342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3089" y="1717576"/>
            <a:ext cx="5243481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2.1× more revenue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 across 3,900 transactions.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5425480"/>
            <a:ext cx="5369584" cy="902196"/>
          </a:xfrm>
          <a:prstGeom prst="roundRect">
            <a:avLst>
              <a:gd name="adj" fmla="val 7287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988" y="5600998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988" y="5923260"/>
            <a:ext cx="501855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$157,890 · 2,652 customers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60636" y="5425480"/>
            <a:ext cx="5369584" cy="902196"/>
          </a:xfrm>
          <a:prstGeom prst="roundRect">
            <a:avLst>
              <a:gd name="adj" fmla="val 7287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36149" y="5600998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Female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36149" y="5923260"/>
            <a:ext cx="501855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$75,191 · 1,248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Gap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subscribe — yet average spend is nearly identical.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28133" y="3466604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28133" y="395089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$59.87 avg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029176" y="3271242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24533" y="3466604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224533" y="3950891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$59.49 avg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60997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4563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65041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60997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4563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65041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551833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37471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1558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233360" y="486628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repeat buyers (&gt;5 purchases) subscribe; 2,518 do not — a clear upsell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Even Spread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relatively balanced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age groups. Young Adults lead slightly at $62K.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10772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customer age: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44 years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(range 18–70)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0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Dependency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22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Rating</a:t>
            </a:r>
            <a:endParaRPr lang="en-US" sz="1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60129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 Rating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Gloves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3.86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Sandals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3.84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Boots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3.82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3.80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Skirt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3.78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2776" y="19522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</a:t>
            </a:r>
            <a:endParaRPr lang="en-US" sz="18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2460129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Discount Rate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50.00%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Sneakers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49.66%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Coat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49.07%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Sweater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48.17%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Pants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47.37%</a:t>
                      </a:r>
                      <a:endParaRPr lang="en-US" sz="14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31497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Highlights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92" y="2832298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6499" y="2822873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3.9K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 ·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$59.76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Avg rating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3.75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3092" y="3815159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46499" y="3805734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leads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$100K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Outerwear trails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$20K</a:t>
            </a:r>
            <a:endParaRPr lang="en-US" sz="1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3092" y="4798020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46499" y="4788595"/>
            <a:ext cx="28899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Filters: Subscription, Gender, Category, Shipping Type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75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042319"/>
            <a:ext cx="378014" cy="3780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47608" y="210720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847608" y="251589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96332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47608" y="3261221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847608" y="3669903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toward "Loyal" segment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350345"/>
            <a:ext cx="378014" cy="3780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47608" y="441523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847608" y="4823916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504359"/>
            <a:ext cx="378014" cy="3780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47608" y="556924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847608" y="597793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2026-09-25T16:23:28Z</dcterms:created>
  <dcterms:modified xsi:type="dcterms:W3CDTF">2026-09-25T16:23:28Z</dcterms:modified>
</cp:coreProperties>
</file>